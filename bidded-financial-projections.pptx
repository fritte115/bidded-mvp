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 Ligh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500000</c:v>
                </c:pt>
                <c:pt idx="1">
                  <c:v>3000000</c:v>
                </c:pt>
                <c:pt idx="2">
                  <c:v>10000000</c:v>
                </c:pt>
                <c:pt idx="3">
                  <c:v>25000000</c:v>
                </c:pt>
                <c:pt idx="4">
                  <c:v>50000000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 Ligh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316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000000"/>
          <c:min val="0"/>
        </c:scaling>
        <c:delete val="0"/>
        <c:axPos val="l"/>
        <c:majorGridlines>
          <c:spPr>
            <a:ln w="6350" cap="flat">
              <a:solidFill>
                <a:srgbClr val="1E316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C4E0"/>
                </a:solidFill>
                <a:latin typeface="Calibri Light"/>
              </a:defRPr>
            </a:pPr>
            <a:endParaRPr lang="en-US"/>
          </a:p>
        </c:txPr>
        <c:crossAx val="2094734554"/>
        <c:crosses val="autoZero"/>
        <c:crossBetween val="between"/>
        <c:majorUnit val="10000000"/>
      </c:valAx>
      <c:spPr>
        <a:solidFill>
          <a:srgbClr val="0A1A3F"/>
        </a:solidFill>
        <a:ln>
          <a:noFill/>
        </a:ln>
        <a:effectLst/>
      </c:spPr>
    </c:plotArea>
    <c:plotVisOnly val="1"/>
    <c:dispBlanksAs val="span"/>
  </c:chart>
  <c:spPr>
    <a:solidFill>
      <a:srgbClr val="0A1A3F"/>
    </a:solidFill>
    <a:ln w="12700" cap="flat">
      <a:solidFill>
        <a:srgbClr val="0A1A3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9. Financial projections &amp; key metrics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383280" y="9144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1188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Projected ARR (SEK)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6583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955280" y="502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955280" y="10515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TAM: 900B SEK (Swedish public procurement)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Volume: 17,000 procurements / year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 ICP: ~2,000 SE IT &amp; consulting firms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Unit economics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955280" y="30632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ACV: 60,000 SEK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Gross margin: 82%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CAC payback: 14 months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LTV : CAC ≈ 4.2x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Growth &amp; retention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955280" y="52120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Gross annual churn: 10%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 revenue retention: 115%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Verdict–human agreement: ≥85%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win-rate lift: +15–25%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Bidded — Financial projections &amp; key metrics</dc:title>
  <dc:subject>PptxGenJS Presentation</dc:subject>
  <dc:creator>PptxGenJS</dc:creator>
  <cp:lastModifiedBy>PptxGenJS</cp:lastModifiedBy>
  <cp:revision>1</cp:revision>
  <dcterms:created xsi:type="dcterms:W3CDTF">2026-04-18T19:35:30Z</dcterms:created>
  <dcterms:modified xsi:type="dcterms:W3CDTF">2026-04-18T19:35:30Z</dcterms:modified>
</cp:coreProperties>
</file>